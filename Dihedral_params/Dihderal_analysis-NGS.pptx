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2CD7C-6855-1F79-59EC-C3D7D16F9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289B0-17F3-019B-8DE3-195ED6F86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7A3BD-765F-02BA-91BB-4B155E61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254F5-903F-CE27-6A0E-39AC16A8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6FDA6-1ADE-BB6B-AE23-FF38568F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0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F46A-57B2-BDCB-6F55-3A7B8FDD6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3E328-426D-EBAF-CBAC-8831E6CBF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DEBB1-7C70-3079-7A01-2C71515D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8341A-0FCF-9ECC-B98B-ED1CF384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67B71-7BF0-A3A7-1206-733B9D9D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2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2123-AA70-3FB9-BA8A-62579CACA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833B3-107F-CC11-ED6E-76C9708D1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C128F-54E7-F041-A593-8A81AB1C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5D268-254E-791D-FAE0-032780AFC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1DCBC-E943-7748-0F96-6C3E0F66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02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BB5B-FC15-0B5C-5B88-DFA34BEDB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F658-A789-45CF-3918-E2ED6FC51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DE66A-054D-8ADE-4DC0-7D2FA6805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FA840-F9D2-D063-EC0E-AFC960E4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244C3-286A-E89F-CE40-7790D641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45B00-005B-67D8-EAE4-CCE4994A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4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5BB5-3CF6-374E-F0C0-46FD68B8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297DC-82A2-E62B-731B-048585F4D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8C726-586E-ECC2-2D09-96EBF1C88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7C102-C536-F339-BEDD-32F8BEE22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D1834-1C7F-51A9-F939-0339FD5A2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C950AB-15CF-FE2F-2C0A-58D50CD80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FE9445-AAEB-889C-A32F-62D7A63F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8351C-B040-3C6A-E30B-1AF309FF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74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D464-4DFC-F902-D37F-2B1BC51F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438D0-FEBB-84C7-3183-B3FA28CBB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2C1F3-F857-9066-6961-5B82D8EC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99FEA-FE83-12F9-4AD9-280E52E0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0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23483-3CA1-6B53-09A6-5E3E3458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C9D4E0-FAB5-0F99-E9FD-065AEED4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4FB4D-4D99-EE7E-3CC6-33C6C9E8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2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6D74B-89B0-255F-8EF2-5C455D14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220D0-7F2C-3E73-48D8-CC02549E2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DA75C-3721-C8C6-B083-DD290DC1C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A0FDF-B818-E461-5EEF-2B715E699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45391-18B9-7755-C92D-43D487865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8A020-8A8D-4537-5A4B-80C7BFF4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9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96B4-09B2-16E6-3372-375B58A2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838B0C-839F-439E-6C69-593DEF572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EE6A6-6D09-5608-5F1C-EEDAF3832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2C96F-5306-79E7-323F-AD47A3F0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D595E-85FD-2AF1-675D-9B0D8BF1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DCACD-8675-9108-AD28-6C1B1A43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5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2B6B-4D8B-68ED-AA37-AD77463D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9C88B-0085-2B42-2DA6-DE6614205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B352C-F5A9-6B27-FB1C-02B13D1D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7FC74-760C-F915-5611-9009A4E5A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478EF-7F18-7B73-00C0-1FF55F9D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38C9A-0812-DCFE-EDAF-4E3A99F44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9A906-DA2C-D2DB-539B-6C9FE4476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8AE1A-69F0-532F-E09E-ACE12861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D68EF-9161-09A5-4A85-2E8D74BD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80BD5-F9DC-BD01-D400-2533397B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3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F0AB5-A98E-D45A-C869-96FF4B70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60BEC-6489-B136-C70B-1DAD8B3E1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94F5B-6B4F-047D-2857-6F819D7ED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36D32-F9AD-44B0-8668-89172917E667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F667C-147F-232B-E3CD-A45A1EC59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65DDA-A37A-EB97-3267-09E3D489D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72D00-A218-4AB8-8315-D1CFC9369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8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3CFC00-E620-2104-7A38-6E0CCB8CE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29" y="714584"/>
            <a:ext cx="3715814" cy="1965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711F1C-D07A-0FD1-BC73-9E9A3C825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554" y="1028733"/>
            <a:ext cx="2559678" cy="16514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11EC22-0A20-68A8-669E-15A227C87FBC}"/>
              </a:ext>
            </a:extLst>
          </p:cNvPr>
          <p:cNvSpPr txBox="1"/>
          <p:nvPr/>
        </p:nvSpPr>
        <p:spPr>
          <a:xfrm>
            <a:off x="5892158" y="2858532"/>
            <a:ext cx="100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Dihed</a:t>
            </a:r>
            <a:r>
              <a:rPr lang="en-US" dirty="0"/>
              <a:t>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ED154-DE1E-03B7-4124-5DC4FAF3A443}"/>
              </a:ext>
            </a:extLst>
          </p:cNvPr>
          <p:cNvSpPr txBox="1"/>
          <p:nvPr/>
        </p:nvSpPr>
        <p:spPr>
          <a:xfrm>
            <a:off x="1872695" y="2900680"/>
            <a:ext cx="100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Dihed</a:t>
            </a:r>
            <a:r>
              <a:rPr lang="en-US" dirty="0"/>
              <a:t> 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8D7004-4E9C-6221-1CE1-8686C7255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079" y="1102935"/>
            <a:ext cx="2559678" cy="14034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E7DCF-DCC2-F9BF-41D7-96293DFFF78E}"/>
              </a:ext>
            </a:extLst>
          </p:cNvPr>
          <p:cNvSpPr txBox="1"/>
          <p:nvPr/>
        </p:nvSpPr>
        <p:spPr>
          <a:xfrm>
            <a:off x="9204318" y="2858532"/>
            <a:ext cx="100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Dihed</a:t>
            </a:r>
            <a:r>
              <a:rPr lang="en-US" dirty="0"/>
              <a:t> 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FEBD9B-A505-6B8A-280B-DAE59A5E8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16" y="3587989"/>
            <a:ext cx="2867839" cy="23334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5B1CE5-E3C8-CDAB-20B7-9B53A0F26D7C}"/>
              </a:ext>
            </a:extLst>
          </p:cNvPr>
          <p:cNvSpPr txBox="1"/>
          <p:nvPr/>
        </p:nvSpPr>
        <p:spPr>
          <a:xfrm>
            <a:off x="1960238" y="5774084"/>
            <a:ext cx="1270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Dihed</a:t>
            </a:r>
            <a:r>
              <a:rPr lang="en-US" dirty="0"/>
              <a:t> 13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77A4A8-8090-A073-77BF-C6627CAE5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2706" y="3513258"/>
            <a:ext cx="2753650" cy="226082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D690788-36DD-618C-B519-882BDE67D69F}"/>
              </a:ext>
            </a:extLst>
          </p:cNvPr>
          <p:cNvSpPr txBox="1"/>
          <p:nvPr/>
        </p:nvSpPr>
        <p:spPr>
          <a:xfrm>
            <a:off x="5760078" y="5774084"/>
            <a:ext cx="1270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Dihed</a:t>
            </a:r>
            <a:r>
              <a:rPr lang="en-US" dirty="0"/>
              <a:t> 14</a:t>
            </a:r>
          </a:p>
        </p:txBody>
      </p:sp>
    </p:spTree>
    <p:extLst>
      <p:ext uri="{BB962C8B-B14F-4D97-AF65-F5344CB8AC3E}">
        <p14:creationId xmlns:p14="http://schemas.microsoft.com/office/powerpoint/2010/main" val="2079973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Karunasena, Chamikara D.</dc:creator>
  <cp:lastModifiedBy>Karunasena, Chamikara D.</cp:lastModifiedBy>
  <cp:revision>2</cp:revision>
  <dcterms:created xsi:type="dcterms:W3CDTF">2026-01-14T00:59:57Z</dcterms:created>
  <dcterms:modified xsi:type="dcterms:W3CDTF">2026-01-14T01:04:59Z</dcterms:modified>
</cp:coreProperties>
</file>